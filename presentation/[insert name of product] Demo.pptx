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441F1-C917-43B1-BC78-D115D93FF59D}" v="9" dt="2026-02-28T20:40:47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3" d="100"/>
          <a:sy n="83" d="100"/>
        </p:scale>
        <p:origin x="6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Martinez, Alexandro" userId="b2b224c8-6c7d-4f94-8a6d-e24273261a11" providerId="ADAL" clId="{3CFA777F-7372-4D40-8BB4-269C8851C2E6}"/>
    <pc:docChg chg="undo custSel addSld delSld modSld">
      <pc:chgData name="Santiago Martinez, Alexandro" userId="b2b224c8-6c7d-4f94-8a6d-e24273261a11" providerId="ADAL" clId="{3CFA777F-7372-4D40-8BB4-269C8851C2E6}" dt="2026-02-28T20:41:32.032" v="188" actId="20577"/>
      <pc:docMkLst>
        <pc:docMk/>
      </pc:docMkLst>
      <pc:sldChg chg="modSp mod">
        <pc:chgData name="Santiago Martinez, Alexandro" userId="b2b224c8-6c7d-4f94-8a6d-e24273261a11" providerId="ADAL" clId="{3CFA777F-7372-4D40-8BB4-269C8851C2E6}" dt="2026-02-28T20:23:53.865" v="22" actId="20577"/>
        <pc:sldMkLst>
          <pc:docMk/>
          <pc:sldMk cId="2433313349" sldId="256"/>
        </pc:sldMkLst>
        <pc:spChg chg="mod">
          <ac:chgData name="Santiago Martinez, Alexandro" userId="b2b224c8-6c7d-4f94-8a6d-e24273261a11" providerId="ADAL" clId="{3CFA777F-7372-4D40-8BB4-269C8851C2E6}" dt="2026-02-28T20:23:53.865" v="22" actId="20577"/>
          <ac:spMkLst>
            <pc:docMk/>
            <pc:sldMk cId="2433313349" sldId="256"/>
            <ac:spMk id="2" creationId="{43A9F0E3-1913-177F-ACBA-2BD3C0049BB3}"/>
          </ac:spMkLst>
        </pc:spChg>
      </pc:sldChg>
      <pc:sldChg chg="modSp new mod">
        <pc:chgData name="Santiago Martinez, Alexandro" userId="b2b224c8-6c7d-4f94-8a6d-e24273261a11" providerId="ADAL" clId="{3CFA777F-7372-4D40-8BB4-269C8851C2E6}" dt="2026-02-28T20:40:50.620" v="106" actId="122"/>
        <pc:sldMkLst>
          <pc:docMk/>
          <pc:sldMk cId="4184092045" sldId="257"/>
        </pc:sldMkLst>
        <pc:spChg chg="mod">
          <ac:chgData name="Santiago Martinez, Alexandro" userId="b2b224c8-6c7d-4f94-8a6d-e24273261a11" providerId="ADAL" clId="{3CFA777F-7372-4D40-8BB4-269C8851C2E6}" dt="2026-02-28T20:40:50.620" v="106" actId="122"/>
          <ac:spMkLst>
            <pc:docMk/>
            <pc:sldMk cId="4184092045" sldId="257"/>
            <ac:spMk id="2" creationId="{54F39524-D6A4-E410-F7C0-CDD99B9600AD}"/>
          </ac:spMkLst>
        </pc:spChg>
        <pc:spChg chg="mod">
          <ac:chgData name="Santiago Martinez, Alexandro" userId="b2b224c8-6c7d-4f94-8a6d-e24273261a11" providerId="ADAL" clId="{3CFA777F-7372-4D40-8BB4-269C8851C2E6}" dt="2026-02-28T20:34:04.396" v="48" actId="20577"/>
          <ac:spMkLst>
            <pc:docMk/>
            <pc:sldMk cId="4184092045" sldId="257"/>
            <ac:spMk id="3" creationId="{8D7C0556-E535-E6F1-3287-20C194D224D8}"/>
          </ac:spMkLst>
        </pc:spChg>
      </pc:sldChg>
      <pc:sldChg chg="modSp new del mod">
        <pc:chgData name="Santiago Martinez, Alexandro" userId="b2b224c8-6c7d-4f94-8a6d-e24273261a11" providerId="ADAL" clId="{3CFA777F-7372-4D40-8BB4-269C8851C2E6}" dt="2026-02-28T20:40:52.315" v="107" actId="47"/>
        <pc:sldMkLst>
          <pc:docMk/>
          <pc:sldMk cId="646877941" sldId="258"/>
        </pc:sldMkLst>
        <pc:spChg chg="mod">
          <ac:chgData name="Santiago Martinez, Alexandro" userId="b2b224c8-6c7d-4f94-8a6d-e24273261a11" providerId="ADAL" clId="{3CFA777F-7372-4D40-8BB4-269C8851C2E6}" dt="2026-02-28T20:35:11.501" v="55" actId="122"/>
          <ac:spMkLst>
            <pc:docMk/>
            <pc:sldMk cId="646877941" sldId="258"/>
            <ac:spMk id="2" creationId="{9DADDF03-CF9E-12B0-31A8-6339336B6291}"/>
          </ac:spMkLst>
        </pc:spChg>
        <pc:spChg chg="mod">
          <ac:chgData name="Santiago Martinez, Alexandro" userId="b2b224c8-6c7d-4f94-8a6d-e24273261a11" providerId="ADAL" clId="{3CFA777F-7372-4D40-8BB4-269C8851C2E6}" dt="2026-02-28T20:37:41.640" v="104" actId="20577"/>
          <ac:spMkLst>
            <pc:docMk/>
            <pc:sldMk cId="646877941" sldId="258"/>
            <ac:spMk id="3" creationId="{6BE6CE4E-7212-CFB7-8BA6-541F9E6E581A}"/>
          </ac:spMkLst>
        </pc:spChg>
      </pc:sldChg>
      <pc:sldChg chg="modSp new add del mod">
        <pc:chgData name="Santiago Martinez, Alexandro" userId="b2b224c8-6c7d-4f94-8a6d-e24273261a11" providerId="ADAL" clId="{3CFA777F-7372-4D40-8BB4-269C8851C2E6}" dt="2026-02-28T20:41:09.603" v="120" actId="20577"/>
        <pc:sldMkLst>
          <pc:docMk/>
          <pc:sldMk cId="3686365330" sldId="259"/>
        </pc:sldMkLst>
        <pc:spChg chg="mod">
          <ac:chgData name="Santiago Martinez, Alexandro" userId="b2b224c8-6c7d-4f94-8a6d-e24273261a11" providerId="ADAL" clId="{3CFA777F-7372-4D40-8BB4-269C8851C2E6}" dt="2026-02-28T20:35:46.244" v="62" actId="255"/>
          <ac:spMkLst>
            <pc:docMk/>
            <pc:sldMk cId="3686365330" sldId="259"/>
            <ac:spMk id="2" creationId="{D7A20D25-6E0E-13E5-F832-BCA83ED0C9AF}"/>
          </ac:spMkLst>
        </pc:spChg>
        <pc:spChg chg="mod">
          <ac:chgData name="Santiago Martinez, Alexandro" userId="b2b224c8-6c7d-4f94-8a6d-e24273261a11" providerId="ADAL" clId="{3CFA777F-7372-4D40-8BB4-269C8851C2E6}" dt="2026-02-28T20:41:09.603" v="120" actId="20577"/>
          <ac:spMkLst>
            <pc:docMk/>
            <pc:sldMk cId="3686365330" sldId="259"/>
            <ac:spMk id="3" creationId="{5BB903A4-F76A-02CF-7BB0-AB8F37790E95}"/>
          </ac:spMkLst>
        </pc:spChg>
      </pc:sldChg>
      <pc:sldChg chg="modSp new mod">
        <pc:chgData name="Santiago Martinez, Alexandro" userId="b2b224c8-6c7d-4f94-8a6d-e24273261a11" providerId="ADAL" clId="{3CFA777F-7372-4D40-8BB4-269C8851C2E6}" dt="2026-02-28T20:41:12.591" v="126" actId="20577"/>
        <pc:sldMkLst>
          <pc:docMk/>
          <pc:sldMk cId="3589800619" sldId="260"/>
        </pc:sldMkLst>
        <pc:spChg chg="mod">
          <ac:chgData name="Santiago Martinez, Alexandro" userId="b2b224c8-6c7d-4f94-8a6d-e24273261a11" providerId="ADAL" clId="{3CFA777F-7372-4D40-8BB4-269C8851C2E6}" dt="2026-02-28T20:36:07.710" v="67" actId="255"/>
          <ac:spMkLst>
            <pc:docMk/>
            <pc:sldMk cId="3589800619" sldId="260"/>
            <ac:spMk id="2" creationId="{686F0D17-8AD8-81AA-2940-5E139FF35600}"/>
          </ac:spMkLst>
        </pc:spChg>
        <pc:spChg chg="mod">
          <ac:chgData name="Santiago Martinez, Alexandro" userId="b2b224c8-6c7d-4f94-8a6d-e24273261a11" providerId="ADAL" clId="{3CFA777F-7372-4D40-8BB4-269C8851C2E6}" dt="2026-02-28T20:41:12.591" v="126" actId="20577"/>
          <ac:spMkLst>
            <pc:docMk/>
            <pc:sldMk cId="3589800619" sldId="260"/>
            <ac:spMk id="3" creationId="{82F88E18-3233-A545-4E31-38086C6C559D}"/>
          </ac:spMkLst>
        </pc:spChg>
      </pc:sldChg>
      <pc:sldChg chg="modSp new mod">
        <pc:chgData name="Santiago Martinez, Alexandro" userId="b2b224c8-6c7d-4f94-8a6d-e24273261a11" providerId="ADAL" clId="{3CFA777F-7372-4D40-8BB4-269C8851C2E6}" dt="2026-02-28T20:41:26.187" v="177" actId="5793"/>
        <pc:sldMkLst>
          <pc:docMk/>
          <pc:sldMk cId="4110960081" sldId="261"/>
        </pc:sldMkLst>
        <pc:spChg chg="mod">
          <ac:chgData name="Santiago Martinez, Alexandro" userId="b2b224c8-6c7d-4f94-8a6d-e24273261a11" providerId="ADAL" clId="{3CFA777F-7372-4D40-8BB4-269C8851C2E6}" dt="2026-02-28T20:36:34.872" v="71" actId="255"/>
          <ac:spMkLst>
            <pc:docMk/>
            <pc:sldMk cId="4110960081" sldId="261"/>
            <ac:spMk id="2" creationId="{F06BED18-4A7C-B1EB-7A7C-D0AA539A55DE}"/>
          </ac:spMkLst>
        </pc:spChg>
        <pc:spChg chg="mod">
          <ac:chgData name="Santiago Martinez, Alexandro" userId="b2b224c8-6c7d-4f94-8a6d-e24273261a11" providerId="ADAL" clId="{3CFA777F-7372-4D40-8BB4-269C8851C2E6}" dt="2026-02-28T20:41:26.187" v="177" actId="5793"/>
          <ac:spMkLst>
            <pc:docMk/>
            <pc:sldMk cId="4110960081" sldId="261"/>
            <ac:spMk id="3" creationId="{FD8B257C-D0DF-6751-F86A-412A2A4D7715}"/>
          </ac:spMkLst>
        </pc:spChg>
      </pc:sldChg>
      <pc:sldChg chg="modSp new mod">
        <pc:chgData name="Santiago Martinez, Alexandro" userId="b2b224c8-6c7d-4f94-8a6d-e24273261a11" providerId="ADAL" clId="{3CFA777F-7372-4D40-8BB4-269C8851C2E6}" dt="2026-02-28T20:41:32.032" v="188" actId="20577"/>
        <pc:sldMkLst>
          <pc:docMk/>
          <pc:sldMk cId="4060273809" sldId="262"/>
        </pc:sldMkLst>
        <pc:spChg chg="mod">
          <ac:chgData name="Santiago Martinez, Alexandro" userId="b2b224c8-6c7d-4f94-8a6d-e24273261a11" providerId="ADAL" clId="{3CFA777F-7372-4D40-8BB4-269C8851C2E6}" dt="2026-02-28T20:36:54.779" v="80" actId="122"/>
          <ac:spMkLst>
            <pc:docMk/>
            <pc:sldMk cId="4060273809" sldId="262"/>
            <ac:spMk id="2" creationId="{9735D8F5-0BA9-5CFE-CD16-3E2CD8F6EF71}"/>
          </ac:spMkLst>
        </pc:spChg>
        <pc:spChg chg="mod">
          <ac:chgData name="Santiago Martinez, Alexandro" userId="b2b224c8-6c7d-4f94-8a6d-e24273261a11" providerId="ADAL" clId="{3CFA777F-7372-4D40-8BB4-269C8851C2E6}" dt="2026-02-28T20:41:32.032" v="188" actId="20577"/>
          <ac:spMkLst>
            <pc:docMk/>
            <pc:sldMk cId="4060273809" sldId="262"/>
            <ac:spMk id="3" creationId="{DA724D31-712A-3B93-B261-8A401D363B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22B3-9AEA-80B3-6558-3B988E836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CE154-300A-9749-DC16-F881DF521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9FE02-C5EF-1ED2-E5F4-8F142DA0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869C5-6918-8901-E91F-09F07CCF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D094A-5505-F89F-B613-1F79D9EA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6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E7C50-EE27-D11F-AFD1-DAF1AEB4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0C210-D950-A822-D9B3-64478E4A5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38123-3765-17D7-CFAD-4AC76B68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1C868-9344-4AA2-31EB-5A84F6B0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B6DB4-A5A7-0426-49D3-5EAEA30D9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2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E63A-CB28-9FB3-2C72-AFEFC580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ED6DE-2727-2BE9-37D1-3CF4CE6B2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09403-E6CC-4101-4E4B-1318D652F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1ACC-224A-B5C7-5653-7F7F38FD0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9211A-FEDA-674A-D276-035DF3D6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3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70253-43DB-56E6-3852-EEBC9E5A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56E8-C9EA-1345-849B-92EE9D16E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D58C0-60FC-4832-819E-19F73140A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BA30A-BC82-8D86-6BC1-74925F4E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E69B2-CC12-AA0A-3A41-4AB0B954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A4E72-5C6B-BC19-E9F4-3022D5A3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4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B4CA-F7F4-9D3F-3319-62B67C57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8A244-F969-D775-2B8A-D29926E63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006A0-B430-DC8B-8F35-0B925749B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BF7DB-DE5B-EAD4-AC5D-68E104F905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D02C6-4F2B-83B8-9DA4-89FF2553A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35327-FF45-9C80-34E2-7C5C53E33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112A4B-76E5-2D7F-DF1B-E4934673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38D658-E73C-83B6-2120-29CB5FB7D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6748-4F6C-FEF7-B93C-D07F23715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4E9FF-CB80-A5DB-8C2B-37340E16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D9C58-90FB-1730-976A-D1751901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8F48A-E29A-2080-E77D-B9FDB5A5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C93FE-37E5-F801-05DD-3FF55039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479D21-5441-5ADF-600D-CC54E58C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F0878-CA39-D0D9-7BEC-EFD32530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52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B64A-5ED2-0547-2797-AC1A2139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F26E5-E52C-FE13-C4CD-CF598790A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F7E4-772B-E2ED-9526-EA27F43E4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70B21-B59A-9F62-BF14-9466E909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01D51-EAA9-1B53-787A-9613C326A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E7DC7-261F-4D84-30B3-5A838B7C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42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1EF1D-73D7-A22A-B128-62FADC315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C0622-4636-9940-1AE8-809842859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05467-70F6-BEF1-21E4-6F1B20C0D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822A3-0AEF-3977-65E4-39A6E8CB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A78FC-237A-125C-FE08-313F0355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40B05-6855-560B-BBC5-17A281A2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75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E40F5-E568-8DCE-CE74-D72A6ABA8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BABE8-264E-0BCD-9F19-8F95ABEA4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3FFDE-3F7B-03E4-01D4-BF316C81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FA7DB-AB4F-1E23-E16B-1CB50E5C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891B9-96B9-63E1-240A-1DD0C6E3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41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22190C-05DB-FF65-A391-96382F239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18285-80AB-4291-2967-A089FE507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6A92B-A939-D69F-E23C-6F7BD784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00120-E50C-5AF3-332F-6F6E5C1E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638DD-E26A-EFB8-C3B8-8F344B8D3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8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98E24-7F92-9C2F-4EFA-35B968454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A5795-A09D-1513-E9DD-2E99DB73D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80F47-8E0F-B6A0-72C1-E74C0EFA6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BA493-8FBC-4BF5-A36D-D8D86679CC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90F5D-8F82-4B84-BFD1-E05F489BA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21F2E-3603-A1F7-5800-D43B2C45A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C5E94-7E94-4AC5-8630-B7EB7A63D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59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9F0E3-1913-177F-ACBA-2BD3C0049B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[name of product]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2F6D2-E0A4-BF19-5437-DA22511892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1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39524-D6A4-E410-F7C0-CDD99B960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Infrastructure Data Inaccuracy Scales Into Operational Waste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C0556-E535-E6F1-3287-20C194D22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Hook &amp; problem</a:t>
            </a:r>
          </a:p>
        </p:txBody>
      </p:sp>
    </p:spTree>
    <p:extLst>
      <p:ext uri="{BB962C8B-B14F-4D97-AF65-F5344CB8AC3E}">
        <p14:creationId xmlns:p14="http://schemas.microsoft.com/office/powerpoint/2010/main" val="418409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20D25-6E0E-13E5-F832-BCA83ED0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From Inspection Images to Verified Infrastructure Records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903A4-F76A-02CF-7BB0-AB8F37790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68636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F0D17-8AD8-81AA-2940-5E139FF3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AI + Human Validation for Reliable Asset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88E18-3233-A545-4E31-38086C6C5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589800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BED18-4A7C-B1EB-7A7C-D0AA539A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Small Per-Pole Savings → Large System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B257C-D0DF-6751-F86A-412A2A4D7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numbers </a:t>
            </a:r>
          </a:p>
          <a:p>
            <a:r>
              <a:rPr lang="en-US" dirty="0"/>
              <a:t>Savings </a:t>
            </a:r>
          </a:p>
        </p:txBody>
      </p:sp>
    </p:spTree>
    <p:extLst>
      <p:ext uri="{BB962C8B-B14F-4D97-AF65-F5344CB8AC3E}">
        <p14:creationId xmlns:p14="http://schemas.microsoft.com/office/powerpoint/2010/main" val="411096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D8F5-0BA9-5CFE-CD16-3E2CD8F6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err="1"/>
              <a:t>PolePad</a:t>
            </a:r>
            <a:r>
              <a:rPr lang="en-US" sz="4000" b="1" dirty="0"/>
              <a:t> AI: Scalable, Practical, and Ready for Deployment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24D31-712A-3B93-B261-8A401D363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closing</a:t>
            </a:r>
          </a:p>
        </p:txBody>
      </p:sp>
    </p:spTree>
    <p:extLst>
      <p:ext uri="{BB962C8B-B14F-4D97-AF65-F5344CB8AC3E}">
        <p14:creationId xmlns:p14="http://schemas.microsoft.com/office/powerpoint/2010/main" val="4060273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[name of product]</vt:lpstr>
      <vt:lpstr>Infrastructure Data Inaccuracy Scales Into Operational Waste</vt:lpstr>
      <vt:lpstr>From Inspection Images to Verified Infrastructure Records</vt:lpstr>
      <vt:lpstr>AI + Human Validation for Reliable Asset Data</vt:lpstr>
      <vt:lpstr>Small Per-Pole Savings → Large System Impact</vt:lpstr>
      <vt:lpstr>PolePad AI: Scalable, Practical, and Ready for Deployment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Martinez, Alexandro</dc:creator>
  <cp:lastModifiedBy>Santiago Martinez, Alexandro</cp:lastModifiedBy>
  <cp:revision>1</cp:revision>
  <dcterms:created xsi:type="dcterms:W3CDTF">2026-02-28T20:23:23Z</dcterms:created>
  <dcterms:modified xsi:type="dcterms:W3CDTF">2026-02-28T20:41:34Z</dcterms:modified>
</cp:coreProperties>
</file>